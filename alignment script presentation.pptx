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66" r:id="rId5"/>
    <p:sldId id="267" r:id="rId6"/>
    <p:sldId id="268" r:id="rId7"/>
    <p:sldId id="271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232CB-31C1-4B41-80E4-042E5D8B83A0}" v="25" dt="2026-05-19T08:31:23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Friis Sørensen" userId="45fe341a-2703-411a-a6cc-06c1d5c1fd52" providerId="ADAL" clId="{46C1B4E3-02BB-4B85-A9CE-02810D13E60A}"/>
    <pc:docChg chg="undo redo custSel addSld delSld modSld sldOrd addSection delSection">
      <pc:chgData name="Martin Friis Sørensen" userId="45fe341a-2703-411a-a6cc-06c1d5c1fd52" providerId="ADAL" clId="{46C1B4E3-02BB-4B85-A9CE-02810D13E60A}" dt="2026-05-19T10:10:51.616" v="3438" actId="20577"/>
      <pc:docMkLst>
        <pc:docMk/>
      </pc:docMkLst>
      <pc:sldChg chg="modSp mod">
        <pc:chgData name="Martin Friis Sørensen" userId="45fe341a-2703-411a-a6cc-06c1d5c1fd52" providerId="ADAL" clId="{46C1B4E3-02BB-4B85-A9CE-02810D13E60A}" dt="2026-05-07T08:21:37.631" v="3184" actId="20577"/>
        <pc:sldMkLst>
          <pc:docMk/>
          <pc:sldMk cId="2097617119" sldId="256"/>
        </pc:sldMkLst>
        <pc:spChg chg="mod">
          <ac:chgData name="Martin Friis Sørensen" userId="45fe341a-2703-411a-a6cc-06c1d5c1fd52" providerId="ADAL" clId="{46C1B4E3-02BB-4B85-A9CE-02810D13E60A}" dt="2026-05-07T08:21:37.631" v="3184" actId="20577"/>
          <ac:spMkLst>
            <pc:docMk/>
            <pc:sldMk cId="2097617119" sldId="256"/>
            <ac:spMk id="2" creationId="{036052BF-996F-E1D1-3C37-E5DD8BC78B68}"/>
          </ac:spMkLst>
        </pc:spChg>
        <pc:spChg chg="mod">
          <ac:chgData name="Martin Friis Sørensen" userId="45fe341a-2703-411a-a6cc-06c1d5c1fd52" providerId="ADAL" clId="{46C1B4E3-02BB-4B85-A9CE-02810D13E60A}" dt="2026-05-07T06:05:56.606" v="3021" actId="20577"/>
          <ac:spMkLst>
            <pc:docMk/>
            <pc:sldMk cId="2097617119" sldId="256"/>
            <ac:spMk id="3" creationId="{5FA93A0E-D01E-1416-656F-FF34E3513DDC}"/>
          </ac:spMkLst>
        </pc:spChg>
      </pc:sldChg>
      <pc:sldChg chg="addSp modSp mod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455448958" sldId="257"/>
        </pc:sldMkLst>
        <pc:spChg chg="add 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2" creationId="{3F25989A-C188-D1D4-C936-18FB8CE56372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5" creationId="{82AA5EC7-36DC-AD90-7858-2FDAED6ECAF3}"/>
          </ac:spMkLst>
        </pc:spChg>
        <pc:spChg chg="mod">
          <ac:chgData name="Martin Friis Sørensen" userId="45fe341a-2703-411a-a6cc-06c1d5c1fd52" providerId="ADAL" clId="{46C1B4E3-02BB-4B85-A9CE-02810D13E60A}" dt="2026-05-04T06:18:14.276" v="1143" actId="20577"/>
          <ac:spMkLst>
            <pc:docMk/>
            <pc:sldMk cId="455448958" sldId="257"/>
            <ac:spMk id="17" creationId="{5BC0F06E-1169-394C-3067-85AA81C2C560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29" creationId="{4BE6F2D3-2DCB-F35B-2589-2DF9AE949632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39" creationId="{7D7144A6-A54A-7E72-7571-D54FC6B18A0E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53" creationId="{C9EAA215-B526-77C6-4FFA-0D8A186DBAE9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58" creationId="{39EC0925-B7F4-BDB8-68CE-9D9D978EDBD7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71" creationId="{B9294FFA-43D7-0130-259E-8485307B9C54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75" creationId="{8508D1E1-58B5-EE41-ED7A-146C03799447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88" creationId="{AAE13587-1A4E-4902-A3E8-A45068845CBF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455448958" sldId="257"/>
            <ac:spMk id="89" creationId="{B3FE57F3-AEF2-597E-5F1D-76B72054E4F0}"/>
          </ac:spMkLst>
        </pc:spChg>
        <pc:cxnChg chg="add mod">
          <ac:chgData name="Martin Friis Sørensen" userId="45fe341a-2703-411a-a6cc-06c1d5c1fd52" providerId="ADAL" clId="{46C1B4E3-02BB-4B85-A9CE-02810D13E60A}" dt="2026-05-04T06:02:14.617" v="714" actId="1076"/>
          <ac:cxnSpMkLst>
            <pc:docMk/>
            <pc:sldMk cId="455448958" sldId="257"/>
            <ac:cxnSpMk id="3" creationId="{93AEAE2E-1664-37EE-DC7D-802299BADE12}"/>
          </ac:cxnSpMkLst>
        </pc:cxnChg>
      </pc:sldChg>
      <pc:sldChg chg="modSp mod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902597342" sldId="258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02597342" sldId="258"/>
            <ac:spMk id="3" creationId="{8A958EA6-6ADA-5BC8-DBC5-07D48665D3B1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02597342" sldId="258"/>
            <ac:spMk id="4" creationId="{A97916EA-E471-9A31-4192-9BC9CFD5DEE1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02597342" sldId="258"/>
            <ac:spMk id="9" creationId="{56C78FC0-8210-811E-6CFC-75C0C405E091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02597342" sldId="258"/>
            <ac:spMk id="13" creationId="{594CF1C8-448C-DFDE-6C2D-571781154117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02597342" sldId="258"/>
            <ac:spMk id="14" creationId="{21C038C1-9821-2B9F-05B2-F68AE2658A79}"/>
          </ac:spMkLst>
        </pc:spChg>
      </pc:sldChg>
      <pc:sldChg chg="addSp delSp modSp mod addAnim delAnim modAnim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2421890535" sldId="259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421890535" sldId="259"/>
            <ac:spMk id="2" creationId="{DFA3C7ED-3544-32BC-8020-9635AF26651E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421890535" sldId="259"/>
            <ac:spMk id="3" creationId="{6DD50DED-9BE1-44E7-F016-D86A02C50173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421890535" sldId="259"/>
            <ac:spMk id="6" creationId="{D0C620C2-4BDD-057C-E06E-0B3E97AB16A3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421890535" sldId="259"/>
            <ac:spMk id="9" creationId="{4D2F58E9-150C-28E9-433E-67528957EBA4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421890535" sldId="259"/>
            <ac:spMk id="11" creationId="{409CA545-42F3-F8C7-0A1D-14E0DD60D8F0}"/>
          </ac:spMkLst>
        </pc:spChg>
        <pc:picChg chg="add mod">
          <ac:chgData name="Martin Friis Sørensen" userId="45fe341a-2703-411a-a6cc-06c1d5c1fd52" providerId="ADAL" clId="{46C1B4E3-02BB-4B85-A9CE-02810D13E60A}" dt="2026-05-04T06:12:39.207" v="1001" actId="1076"/>
          <ac:picMkLst>
            <pc:docMk/>
            <pc:sldMk cId="2421890535" sldId="259"/>
            <ac:picMk id="5" creationId="{B12F383F-5A42-F4BB-3A5E-40A1F946D40A}"/>
          </ac:picMkLst>
        </pc:picChg>
      </pc:sldChg>
      <pc:sldChg chg="addSp delSp modSp mod addAnim delAnim modAnim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563126339" sldId="260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563126339" sldId="260"/>
            <ac:spMk id="3" creationId="{ED34A91E-512F-69FB-E3A5-E96F8723E898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563126339" sldId="260"/>
            <ac:spMk id="4" creationId="{E2C15FF8-F48B-2FF2-1C57-91CB58A5F611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563126339" sldId="260"/>
            <ac:spMk id="8" creationId="{F21D09A0-BDEB-3EDC-36B7-79C293675491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563126339" sldId="260"/>
            <ac:spMk id="9" creationId="{EA18BCC8-C6F7-C0A8-2693-6C6C1E50FFD5}"/>
          </ac:spMkLst>
        </pc:spChg>
        <pc:picChg chg="add mod">
          <ac:chgData name="Martin Friis Sørensen" userId="45fe341a-2703-411a-a6cc-06c1d5c1fd52" providerId="ADAL" clId="{46C1B4E3-02BB-4B85-A9CE-02810D13E60A}" dt="2026-05-04T06:21:14.726" v="1195" actId="1076"/>
          <ac:picMkLst>
            <pc:docMk/>
            <pc:sldMk cId="563126339" sldId="260"/>
            <ac:picMk id="5" creationId="{BE491636-BE25-FF04-A90A-B6A6AB87FA19}"/>
          </ac:picMkLst>
        </pc:picChg>
      </pc:sldChg>
      <pc:sldChg chg="addSp delSp modSp mod addAnim delAnim modAnim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11890306" sldId="261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1890306" sldId="261"/>
            <ac:spMk id="2" creationId="{77EA2D4B-E584-B1D2-8CA2-AE62A3FE9C4C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1890306" sldId="261"/>
            <ac:spMk id="3" creationId="{CC63F45F-0F83-F439-0649-56860E075EB8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1890306" sldId="261"/>
            <ac:spMk id="5" creationId="{F8A5CF5D-33F5-167D-43A3-A137C076AE84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1890306" sldId="261"/>
            <ac:spMk id="6" creationId="{438C8490-80FA-10AF-80AC-30065F30CBCB}"/>
          </ac:spMkLst>
        </pc:spChg>
        <pc:picChg chg="add mod">
          <ac:chgData name="Martin Friis Sørensen" userId="45fe341a-2703-411a-a6cc-06c1d5c1fd52" providerId="ADAL" clId="{46C1B4E3-02BB-4B85-A9CE-02810D13E60A}" dt="2026-05-04T06:28:57.424" v="1300" actId="1076"/>
          <ac:picMkLst>
            <pc:docMk/>
            <pc:sldMk cId="11890306" sldId="261"/>
            <ac:picMk id="7" creationId="{E2120245-B9C8-CDF7-B22B-3717F515034E}"/>
          </ac:picMkLst>
        </pc:picChg>
      </pc:sldChg>
      <pc:sldChg chg="modSp mod addAnim delAnim modAnim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2037913283" sldId="262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37913283" sldId="262"/>
            <ac:spMk id="2" creationId="{61AF9970-EF06-2183-99F8-129E31B76BB9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37913283" sldId="262"/>
            <ac:spMk id="3" creationId="{F5EED4CB-0178-2696-FFC6-7BB1AA4035AF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37913283" sldId="262"/>
            <ac:spMk id="4" creationId="{E8779FD3-2DA3-7622-5C84-0CAF5609668D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37913283" sldId="262"/>
            <ac:spMk id="5" creationId="{5D360131-C49B-08F5-F895-33E4324BE769}"/>
          </ac:spMkLst>
        </pc:spChg>
      </pc:sldChg>
      <pc:sldChg chg="modSp mod addAnim delAnim modAnim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2929321682" sldId="263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929321682" sldId="263"/>
            <ac:spMk id="2" creationId="{50D93A35-C200-5EAB-DEA4-20C53A69BE2C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929321682" sldId="263"/>
            <ac:spMk id="3" creationId="{5B8FDB3E-B97B-F4F5-C949-2F800C28E1FB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929321682" sldId="263"/>
            <ac:spMk id="4" creationId="{741DD8BD-1C32-0FF5-E3F0-A74105ECD5D9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929321682" sldId="263"/>
            <ac:spMk id="5" creationId="{A4D0038D-5237-52A6-F3C2-B047DB48CD14}"/>
          </ac:spMkLst>
        </pc:spChg>
      </pc:sldChg>
      <pc:sldChg chg="modSp mod addAnim delAnim modAnim">
        <pc:chgData name="Martin Friis Sørensen" userId="45fe341a-2703-411a-a6cc-06c1d5c1fd52" providerId="ADAL" clId="{46C1B4E3-02BB-4B85-A9CE-02810D13E60A}" dt="2026-05-06T15:59:48.510" v="2568" actId="20577"/>
        <pc:sldMkLst>
          <pc:docMk/>
          <pc:sldMk cId="3081857343" sldId="264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3081857343" sldId="264"/>
            <ac:spMk id="2" creationId="{D852F9A4-4D55-7F65-1E95-874C8F4EDCB1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3081857343" sldId="264"/>
            <ac:spMk id="3" creationId="{2BB7223E-F844-855B-80C8-AFDBC938D4FB}"/>
          </ac:spMkLst>
        </pc:spChg>
        <pc:spChg chg="mod">
          <ac:chgData name="Martin Friis Sørensen" userId="45fe341a-2703-411a-a6cc-06c1d5c1fd52" providerId="ADAL" clId="{46C1B4E3-02BB-4B85-A9CE-02810D13E60A}" dt="2026-05-06T15:59:48.510" v="2568" actId="20577"/>
          <ac:spMkLst>
            <pc:docMk/>
            <pc:sldMk cId="3081857343" sldId="264"/>
            <ac:spMk id="4" creationId="{55DDE3EA-5330-64D2-9DBC-5AF67332B4A4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3081857343" sldId="264"/>
            <ac:spMk id="5" creationId="{416C888B-6261-25F2-649A-E2AE7236E581}"/>
          </ac:spMkLst>
        </pc:spChg>
      </pc:sldChg>
      <pc:sldChg chg="addSp modSp mod addAnim delAnim modAnim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1495527746" sldId="265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495527746" sldId="265"/>
            <ac:spMk id="2" creationId="{0044EA86-BDC7-0AA0-25BE-C67D795BD7E5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495527746" sldId="265"/>
            <ac:spMk id="3" creationId="{B1B91255-E712-8A53-1D5F-55F863A25FAE}"/>
          </ac:spMkLst>
        </pc:spChg>
        <pc:spChg chg="add 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495527746" sldId="265"/>
            <ac:spMk id="4" creationId="{1668285D-C0D9-39C3-039D-AA904FE3F57F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495527746" sldId="265"/>
            <ac:spMk id="5" creationId="{08687B44-79A8-E28A-C789-199B98BC7A27}"/>
          </ac:spMkLst>
        </pc:spChg>
      </pc:sldChg>
      <pc:sldChg chg="modSp mod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978379041" sldId="266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78379041" sldId="266"/>
            <ac:spMk id="3" creationId="{69340EB2-DDB1-3127-0070-EA9BFA386CE3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978379041" sldId="266"/>
            <ac:spMk id="4" creationId="{CE4A6E27-AC61-652C-1741-D25D2C06CF12}"/>
          </ac:spMkLst>
        </pc:spChg>
      </pc:sldChg>
      <pc:sldChg chg="modSp mod">
        <pc:chgData name="Martin Friis Sørensen" userId="45fe341a-2703-411a-a6cc-06c1d5c1fd52" providerId="ADAL" clId="{46C1B4E3-02BB-4B85-A9CE-02810D13E60A}" dt="2026-05-19T10:06:51.831" v="3366" actId="20577"/>
        <pc:sldMkLst>
          <pc:docMk/>
          <pc:sldMk cId="2714783760" sldId="267"/>
        </pc:sldMkLst>
        <pc:spChg chg="mod">
          <ac:chgData name="Martin Friis Sørensen" userId="45fe341a-2703-411a-a6cc-06c1d5c1fd52" providerId="ADAL" clId="{46C1B4E3-02BB-4B85-A9CE-02810D13E60A}" dt="2026-05-19T10:06:51.831" v="3366" actId="20577"/>
          <ac:spMkLst>
            <pc:docMk/>
            <pc:sldMk cId="2714783760" sldId="267"/>
            <ac:spMk id="3" creationId="{E5195570-3B34-4394-E654-A8F51E942A62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714783760" sldId="267"/>
            <ac:spMk id="4" creationId="{2718E941-FA38-CD91-E0DA-3C7BCBA6D6B9}"/>
          </ac:spMkLst>
        </pc:spChg>
      </pc:sldChg>
      <pc:sldChg chg="modSp mod">
        <pc:chgData name="Martin Friis Sørensen" userId="45fe341a-2703-411a-a6cc-06c1d5c1fd52" providerId="ADAL" clId="{46C1B4E3-02BB-4B85-A9CE-02810D13E60A}" dt="2026-05-19T10:10:51.616" v="3438" actId="20577"/>
        <pc:sldMkLst>
          <pc:docMk/>
          <pc:sldMk cId="742646156" sldId="268"/>
        </pc:sldMkLst>
        <pc:spChg chg="mod">
          <ac:chgData name="Martin Friis Sørensen" userId="45fe341a-2703-411a-a6cc-06c1d5c1fd52" providerId="ADAL" clId="{46C1B4E3-02BB-4B85-A9CE-02810D13E60A}" dt="2026-05-19T10:10:51.616" v="3438" actId="20577"/>
          <ac:spMkLst>
            <pc:docMk/>
            <pc:sldMk cId="742646156" sldId="268"/>
            <ac:spMk id="3" creationId="{1DD4995D-FFA2-C7B2-78D4-612676EC3265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742646156" sldId="268"/>
            <ac:spMk id="4" creationId="{6CFC06BB-5B51-A657-1615-E2E954A7446C}"/>
          </ac:spMkLst>
        </pc:spChg>
      </pc:sldChg>
      <pc:sldChg chg="modSp mod">
        <pc:chgData name="Martin Friis Sørensen" userId="45fe341a-2703-411a-a6cc-06c1d5c1fd52" providerId="ADAL" clId="{46C1B4E3-02BB-4B85-A9CE-02810D13E60A}" dt="2026-05-04T14:02:51.740" v="2427" actId="790"/>
        <pc:sldMkLst>
          <pc:docMk/>
          <pc:sldMk cId="209737990" sldId="270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2" creationId="{61ADE750-D211-C612-A77B-9814C86ABACD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3" creationId="{C276A929-1989-B668-FD23-0BCA3CB918E4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5" creationId="{5A72BD0D-2E1C-DFDC-0A36-C3CF7B1283CB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11" creationId="{B15D326A-CC5B-9A8E-08D6-C52EABC68728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13" creationId="{D21EF5BB-690E-74FB-0DC2-8993F4C6728E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17" creationId="{48253F5A-D8F1-CE6A-2614-D95C13EF93F0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209737990" sldId="270"/>
            <ac:spMk id="47" creationId="{560A9AA8-E1C8-939E-AD45-4305AC86C6FB}"/>
          </ac:spMkLst>
        </pc:spChg>
      </pc:sldChg>
      <pc:sldChg chg="addSp delSp modSp add mod ord addAnim delAnim modAnim">
        <pc:chgData name="Martin Friis Sørensen" userId="45fe341a-2703-411a-a6cc-06c1d5c1fd52" providerId="ADAL" clId="{46C1B4E3-02BB-4B85-A9CE-02810D13E60A}" dt="2026-05-19T08:31:31.422" v="3213" actId="14100"/>
        <pc:sldMkLst>
          <pc:docMk/>
          <pc:sldMk cId="1518033028" sldId="271"/>
        </pc:sldMkLst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518033028" sldId="271"/>
            <ac:spMk id="3" creationId="{0AEB5E1E-5DFD-347E-BACF-A9F1483CD5D8}"/>
          </ac:spMkLst>
        </pc:spChg>
        <pc:spChg chg="add 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518033028" sldId="271"/>
            <ac:spMk id="5" creationId="{3C92EF8E-17FE-D7DB-E780-9750AD623374}"/>
          </ac:spMkLst>
        </pc:spChg>
        <pc:spChg chg="add mod">
          <ac:chgData name="Martin Friis Sørensen" userId="45fe341a-2703-411a-a6cc-06c1d5c1fd52" providerId="ADAL" clId="{46C1B4E3-02BB-4B85-A9CE-02810D13E60A}" dt="2026-05-19T08:31:31.422" v="3213" actId="14100"/>
          <ac:spMkLst>
            <pc:docMk/>
            <pc:sldMk cId="1518033028" sldId="271"/>
            <ac:spMk id="6" creationId="{F6891DE0-9839-B5FC-4F85-A70F4E361818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518033028" sldId="271"/>
            <ac:spMk id="13" creationId="{12957861-D7F8-71E1-6AEB-DB8A83E659CE}"/>
          </ac:spMkLst>
        </pc:spChg>
        <pc:spChg chg="mod">
          <ac:chgData name="Martin Friis Sørensen" userId="45fe341a-2703-411a-a6cc-06c1d5c1fd52" providerId="ADAL" clId="{46C1B4E3-02BB-4B85-A9CE-02810D13E60A}" dt="2026-05-04T14:02:51.740" v="2427" actId="790"/>
          <ac:spMkLst>
            <pc:docMk/>
            <pc:sldMk cId="1518033028" sldId="271"/>
            <ac:spMk id="14" creationId="{A1D8A9D6-E662-1930-2A39-DE7964559633}"/>
          </ac:spMkLst>
        </pc:spChg>
        <pc:picChg chg="add mod">
          <ac:chgData name="Martin Friis Sørensen" userId="45fe341a-2703-411a-a6cc-06c1d5c1fd52" providerId="ADAL" clId="{46C1B4E3-02BB-4B85-A9CE-02810D13E60A}" dt="2026-05-04T06:07:50.902" v="916" actId="14100"/>
          <ac:picMkLst>
            <pc:docMk/>
            <pc:sldMk cId="1518033028" sldId="271"/>
            <ac:picMk id="8" creationId="{22393FEF-6423-9A98-1039-D580ACB131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572C-A6B4-8D01-A4AC-709D4C7C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C85E0-39B7-39F2-33BD-C27B16766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D97E8-58C6-C290-9B52-2CC1E4F3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35E92-8FA6-FDD8-DDEF-95E962EC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C36EF-7113-3143-0266-E26F40C0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8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FD5D-DE92-809B-9681-76B04BCA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3354C-7251-1C66-E0E9-8D84D8D7B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90EB7-DEE0-3B1E-8B3E-30CC1085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D8B50-CC2F-F440-8F11-885FAAF7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5FA59-D18D-B669-3465-86EDD086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6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5D2D-C4CC-D03F-BFF4-36E0C5C0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055F3-721F-8CD1-9CF8-2223442AD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BAE6-5C9E-0722-9047-9DF42B7F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232DC-F7D3-49CC-CEBD-E104CB7C7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7D0F-15C2-B885-29EF-1DE90397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1A54-8E80-B680-98A9-1CE286C9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B658A-C494-08D7-049D-AC497B743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FE89-39EA-30F7-C70A-51597B4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A01CA-BD19-C81A-DB54-BE2DA0F0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C3FE-BE4C-FBD7-C752-66F70B73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F2F57-0B5A-86BB-9316-76C1051C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3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B39E-39FD-4C22-41AD-B670FB9D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E23F4-99B5-3D28-E44C-1B3C39806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9FDE0-706D-33BE-B25D-B398AA25A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F9CDA4-EA42-FE26-C060-61E523C88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B8DEA-1C04-F99A-C088-37B488EB0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E3D8B-AA85-7AA7-7765-4508D59B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34FD2-45B8-73BE-0F59-07DCEA9B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59E0DC-67A7-59E1-4B17-12690A44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3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5323-ADFA-FCA4-ACE7-05B53B66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341E7-56D3-B8FF-C8B8-9F148259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AE7EF-6FF7-8D26-AD11-831BBCE5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8CA9A-22DA-7C31-E7B6-4F63F579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1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E8FC9-2EFB-1709-1790-8A906B6E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B68A-3ABE-85D2-E3B7-9E38FC8C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F3868-8835-1BC9-80F3-DEFD98F5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4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EE37-508C-9B09-0DA5-7022677C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5BCC-A05A-CB46-F3A9-78C43B0D8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4E4E0-DBC9-B670-B8F6-4CAC8F24D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ADB87-27D8-EA73-5FB7-B9074160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3E012-E210-3793-6097-8D6BC0C8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C4793-0240-A908-78AA-6A8C2115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3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E346-DBC9-C6C1-883B-45AD06CF6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B4A17-9F41-CABE-5AF2-F7B0013D4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7664-B0A3-7F40-CFAC-8BD8B24E8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4CF0-73A7-AE9A-9A2F-C715B288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DC4D6-EDCF-C531-3449-C2775B7E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3C816-5868-3259-5F44-2E0AE41B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5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73FB-51DD-1AF0-331B-431A2FFC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15AFE-B6F5-2F26-B4A4-430B17484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9FA05-4419-C41D-78CC-A41145D6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E740A-B6CB-B02F-4105-36E5B6B0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A833F-3CB7-6F06-96E5-485704DA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87CA1-F2A2-B82D-E349-977B02722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FA093-BE92-CD93-7EF3-3D81491FC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5659-0CAD-13D3-038E-29EC8C62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0462-90F8-3F06-D10B-A2F29799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B38AE-4DDD-6E47-B46A-01AF66E8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7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D993B-7892-2792-2CE0-A630FC02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0F7C5-3945-AA3E-5C79-B1C26E608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A2E3E-C2D1-8C35-3D09-0F9F3B192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5A198-2CF3-4EA4-9287-B3EBFCD2268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A52A9-17DC-6FF1-3766-F2B17084A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A588E-581A-CBB7-5EFC-B79FF22FF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E670B-E9FD-4B4E-942F-CF1A5EC0F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8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fs@mbg.au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9.xml"/><Relationship Id="rId7" Type="http://schemas.openxmlformats.org/officeDocument/2006/relationships/slide" Target="slide1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10" Type="http://schemas.openxmlformats.org/officeDocument/2006/relationships/slide" Target="slide7.xml"/><Relationship Id="rId4" Type="http://schemas.openxmlformats.org/officeDocument/2006/relationships/slide" Target="slide10.xml"/><Relationship Id="rId9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prot.org/uniprotkb/P20702/entry" TargetMode="External"/><Relationship Id="rId2" Type="http://schemas.openxmlformats.org/officeDocument/2006/relationships/hyperlink" Target="https://www.uniprot.org/uniprotkb/P11215/entr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52BF-996F-E1D1-3C37-E5DD8BC78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372" y="1041400"/>
            <a:ext cx="8683256" cy="2387600"/>
          </a:xfrm>
        </p:spPr>
        <p:txBody>
          <a:bodyPr>
            <a:normAutofit/>
          </a:bodyPr>
          <a:lstStyle/>
          <a:p>
            <a:r>
              <a:rPr lang="en-US" sz="4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for:</a:t>
            </a: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lang="en-US" sz="4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for </a:t>
            </a:r>
            <a:r>
              <a:rPr lang="en-US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conformational analysis and structural alignments</a:t>
            </a:r>
            <a:endParaRPr lang="en-US" sz="4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93A0E-D01E-1416-656F-FF34E3513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61837"/>
            <a:ext cx="9144000" cy="1196163"/>
          </a:xfrm>
        </p:spPr>
        <p:txBody>
          <a:bodyPr>
            <a:normAutofit/>
          </a:bodyPr>
          <a:lstStyle/>
          <a:p>
            <a:r>
              <a:rPr lang="da-DK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Friis Sørensen | </a:t>
            </a:r>
            <a:r>
              <a:rPr lang="da-DK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mfs@mbg.au.dk</a:t>
            </a:r>
            <a:r>
              <a:rPr lang="da-D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da-D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Aarhus University, Department of Molecular Biology and Genetics</a:t>
            </a:r>
          </a:p>
          <a:p>
            <a:r>
              <a:rPr lang="da-D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7th 2026</a:t>
            </a:r>
          </a:p>
          <a:p>
            <a:endParaRPr lang="en-US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17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4C90-2347-4110-0D16-867C6955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6A929-1989-B668-FD23-0BCA3CB91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2" y="658573"/>
            <a:ext cx="7912359" cy="5518390"/>
          </a:xfrm>
        </p:spPr>
        <p:txBody>
          <a:bodyPr/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all PDB IDs with x percent sequence identity to a given protein - here integrin alpha subunits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identify structures containing a beta-propeller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conformation of integrin structures</a:t>
            </a:r>
          </a:p>
          <a:p>
            <a:pPr lvl="1"/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pipeline is slow and prone to human error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reproduce</a:t>
            </a:r>
          </a:p>
          <a:p>
            <a:pPr lvl="1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Python pipeline from UniProt ID or raw sequence to a structured Excel report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FD466F4-E363-6204-CCE7-4809F0F6D7AA}"/>
              </a:ext>
            </a:extLst>
          </p:cNvPr>
          <p:cNvGrpSpPr/>
          <p:nvPr/>
        </p:nvGrpSpPr>
        <p:grpSpPr>
          <a:xfrm>
            <a:off x="8546841" y="1100196"/>
            <a:ext cx="3452326" cy="4685638"/>
            <a:chOff x="8533532" y="1512407"/>
            <a:chExt cx="3442500" cy="468563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1ADE750-D211-C612-A77B-9814C86ABACD}"/>
                </a:ext>
              </a:extLst>
            </p:cNvPr>
            <p:cNvSpPr/>
            <p:nvPr/>
          </p:nvSpPr>
          <p:spPr>
            <a:xfrm>
              <a:off x="8533532" y="1512407"/>
              <a:ext cx="3442497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sequence in UniProt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A72BD0D-2E1C-DFDC-0A36-C3CF7B1283CB}"/>
                </a:ext>
              </a:extLst>
            </p:cNvPr>
            <p:cNvSpPr/>
            <p:nvPr/>
          </p:nvSpPr>
          <p:spPr>
            <a:xfrm>
              <a:off x="8533532" y="2445108"/>
              <a:ext cx="3442498" cy="72563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RCSB PDB for PDB IDs with sequence identity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CBD84EC-AA59-9BE6-8DB0-2BC7117C467B}"/>
                </a:ext>
              </a:extLst>
            </p:cNvPr>
            <p:cNvCxnSpPr>
              <a:cxnSpLocks/>
              <a:stCxn id="2" idx="2"/>
              <a:endCxn id="5" idx="0"/>
            </p:cNvCxnSpPr>
            <p:nvPr/>
          </p:nvCxnSpPr>
          <p:spPr>
            <a:xfrm>
              <a:off x="10254781" y="2158738"/>
              <a:ext cx="0" cy="28637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15D326A-CC5B-9A8E-08D6-C52EABC68728}"/>
                </a:ext>
              </a:extLst>
            </p:cNvPr>
            <p:cNvSpPr/>
            <p:nvPr/>
          </p:nvSpPr>
          <p:spPr>
            <a:xfrm>
              <a:off x="8533532" y="3457111"/>
              <a:ext cx="3442499" cy="72563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 tabular report CSV file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C104CE-27E4-B652-CE7D-8DC8EE7C29C1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10254781" y="3170742"/>
              <a:ext cx="1" cy="286369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21EF5BB-690E-74FB-0DC2-8993F4C6728E}"/>
                </a:ext>
              </a:extLst>
            </p:cNvPr>
            <p:cNvSpPr/>
            <p:nvPr/>
          </p:nvSpPr>
          <p:spPr>
            <a:xfrm>
              <a:off x="8533533" y="4463262"/>
              <a:ext cx="3442499" cy="7256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Align all PDB IDs in PyMOL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B1069E-AE4A-F7C5-3064-6AFEE9EC8E34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0254782" y="4182745"/>
              <a:ext cx="1" cy="28051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48253F5A-D8F1-CE6A-2614-D95C13EF93F0}"/>
                </a:ext>
              </a:extLst>
            </p:cNvPr>
            <p:cNvSpPr/>
            <p:nvPr/>
          </p:nvSpPr>
          <p:spPr>
            <a:xfrm>
              <a:off x="8533533" y="5472410"/>
              <a:ext cx="3442499" cy="7256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Extract RMSD and angle data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BEED3FA-00CA-160D-3F38-BA27FCCBA663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>
              <a:off x="10254783" y="5188897"/>
              <a:ext cx="0" cy="28351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60A9AA8-E1C8-939E-AD45-4305AC86C6FB}"/>
              </a:ext>
            </a:extLst>
          </p:cNvPr>
          <p:cNvSpPr txBox="1"/>
          <p:nvPr/>
        </p:nvSpPr>
        <p:spPr>
          <a:xfrm>
            <a:off x="8546841" y="410051"/>
            <a:ext cx="299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pipeline for each protein of interest:</a:t>
            </a:r>
          </a:p>
        </p:txBody>
      </p:sp>
    </p:spTree>
    <p:extLst>
      <p:ext uri="{BB962C8B-B14F-4D97-AF65-F5344CB8AC3E}">
        <p14:creationId xmlns:p14="http://schemas.microsoft.com/office/powerpoint/2010/main" val="2097379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hlinkClick r:id="rId2" action="ppaction://hlinksldjump"/>
            <a:extLst>
              <a:ext uri="{FF2B5EF4-FFF2-40B4-BE49-F238E27FC236}">
                <a16:creationId xmlns:a16="http://schemas.microsoft.com/office/drawing/2014/main" id="{98899F50-0CAA-7D8E-DACC-7B1E2CFC2D20}"/>
              </a:ext>
            </a:extLst>
          </p:cNvPr>
          <p:cNvSpPr/>
          <p:nvPr/>
        </p:nvSpPr>
        <p:spPr>
          <a:xfrm>
            <a:off x="175055" y="102901"/>
            <a:ext cx="3057240" cy="18141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input: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UniProt IDs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FASTA files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Raw sequences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Existing .csv files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Default 18 alpha subunits</a:t>
            </a:r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82AA5EC7-36DC-AD90-7858-2FDAED6ECAF3}"/>
              </a:ext>
            </a:extLst>
          </p:cNvPr>
          <p:cNvSpPr/>
          <p:nvPr/>
        </p:nvSpPr>
        <p:spPr>
          <a:xfrm>
            <a:off x="3676201" y="244257"/>
            <a:ext cx="4116572" cy="15314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alignment method: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Propeller alignment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Angle alignment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Whole structure alignment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Sequence-based homology alignment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9C1B3B-5EAA-14AC-A48F-FD387AF7041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32295" y="1009991"/>
            <a:ext cx="44390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229E8A45-FB68-3541-B16E-F0D7C5EBCC62}"/>
              </a:ext>
            </a:extLst>
          </p:cNvPr>
          <p:cNvSpPr/>
          <p:nvPr/>
        </p:nvSpPr>
        <p:spPr>
          <a:xfrm>
            <a:off x="8930532" y="260487"/>
            <a:ext cx="2088665" cy="8042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Fetches sequence from UniProt</a:t>
            </a:r>
            <a:endParaRPr lang="en-US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hlinkClick r:id="rId5" action="ppaction://hlinksldjump"/>
            <a:extLst>
              <a:ext uri="{FF2B5EF4-FFF2-40B4-BE49-F238E27FC236}">
                <a16:creationId xmlns:a16="http://schemas.microsoft.com/office/drawing/2014/main" id="{5BC0F06E-1169-394C-3067-85AA81C2C560}"/>
              </a:ext>
            </a:extLst>
          </p:cNvPr>
          <p:cNvSpPr/>
          <p:nvPr/>
        </p:nvSpPr>
        <p:spPr>
          <a:xfrm>
            <a:off x="8537129" y="1432581"/>
            <a:ext cx="2875474" cy="10153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sequence to search RCSB PDB for PDB IDs with x% sequence identity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E7DAFB-2055-57FC-BDAC-DEE58C0BD121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9974865" y="1064702"/>
            <a:ext cx="1" cy="3678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08B266-A32F-B138-92EE-C7901D46992C}"/>
              </a:ext>
            </a:extLst>
          </p:cNvPr>
          <p:cNvSpPr txBox="1"/>
          <p:nvPr/>
        </p:nvSpPr>
        <p:spPr>
          <a:xfrm>
            <a:off x="7804300" y="260487"/>
            <a:ext cx="1264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input = 1 or 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E6F2D3-2DCB-F35B-2589-2DF9AE949632}"/>
              </a:ext>
            </a:extLst>
          </p:cNvPr>
          <p:cNvSpPr txBox="1"/>
          <p:nvPr/>
        </p:nvSpPr>
        <p:spPr>
          <a:xfrm>
            <a:off x="8158124" y="1212016"/>
            <a:ext cx="1322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input = 2 or 3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75C4C20-9A1D-4EB6-65E5-6F09620261E4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7792773" y="1009991"/>
            <a:ext cx="744356" cy="930263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F0ACA5B-D226-EA94-EB7D-D28480221DC6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7792773" y="662595"/>
            <a:ext cx="1137759" cy="347396"/>
          </a:xfrm>
          <a:prstGeom prst="bentConnector3">
            <a:avLst>
              <a:gd name="adj1" fmla="val 32556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hlinkClick r:id="rId6" action="ppaction://hlinksldjump"/>
            <a:extLst>
              <a:ext uri="{FF2B5EF4-FFF2-40B4-BE49-F238E27FC236}">
                <a16:creationId xmlns:a16="http://schemas.microsoft.com/office/drawing/2014/main" id="{7D7144A6-A54A-7E72-7571-D54FC6B18A0E}"/>
              </a:ext>
            </a:extLst>
          </p:cNvPr>
          <p:cNvSpPr/>
          <p:nvPr/>
        </p:nvSpPr>
        <p:spPr>
          <a:xfrm>
            <a:off x="8132739" y="2728444"/>
            <a:ext cx="3684252" cy="12415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tabular report .csv file for each sequence search:</a:t>
            </a:r>
          </a:p>
          <a:p>
            <a:pPr algn="ctr"/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 ID, PubMed ID, Release date, EMDB map, PDB ID, Structure title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91278ED-9B95-6B58-B029-E0F587FED0E6}"/>
              </a:ext>
            </a:extLst>
          </p:cNvPr>
          <p:cNvCxnSpPr>
            <a:cxnSpLocks/>
            <a:stCxn id="17" idx="2"/>
            <a:endCxn id="39" idx="0"/>
          </p:cNvCxnSpPr>
          <p:nvPr/>
        </p:nvCxnSpPr>
        <p:spPr>
          <a:xfrm flipH="1">
            <a:off x="9974865" y="2447927"/>
            <a:ext cx="1" cy="2805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hlinkClick r:id="rId7" action="ppaction://hlinksldjump"/>
            <a:extLst>
              <a:ext uri="{FF2B5EF4-FFF2-40B4-BE49-F238E27FC236}">
                <a16:creationId xmlns:a16="http://schemas.microsoft.com/office/drawing/2014/main" id="{C9EAA215-B526-77C6-4FFA-0D8A186DBAE9}"/>
              </a:ext>
            </a:extLst>
          </p:cNvPr>
          <p:cNvSpPr/>
          <p:nvPr/>
        </p:nvSpPr>
        <p:spPr>
          <a:xfrm>
            <a:off x="7854012" y="5282108"/>
            <a:ext cx="4241700" cy="12201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PyMOL commands based on method(s) chosen and .</a:t>
            </a:r>
            <a:r>
              <a:rPr lang="en-US" b="1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existing:</a:t>
            </a:r>
            <a:endParaRPr lang="en-US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the commands in PyMOL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the data to .</a:t>
            </a:r>
            <a:r>
              <a:rPr lang="en-US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</a:p>
        </p:txBody>
      </p:sp>
      <p:sp>
        <p:nvSpPr>
          <p:cNvPr id="58" name="Rectangle: Rounded Corners 57">
            <a:hlinkClick r:id="rId8" action="ppaction://hlinksldjump"/>
            <a:extLst>
              <a:ext uri="{FF2B5EF4-FFF2-40B4-BE49-F238E27FC236}">
                <a16:creationId xmlns:a16="http://schemas.microsoft.com/office/drawing/2014/main" id="{39EC0925-B7F4-BDB8-68CE-9D9D978EDBD7}"/>
              </a:ext>
            </a:extLst>
          </p:cNvPr>
          <p:cNvSpPr/>
          <p:nvPr/>
        </p:nvSpPr>
        <p:spPr>
          <a:xfrm>
            <a:off x="8253614" y="4250488"/>
            <a:ext cx="3442499" cy="7256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if .</a:t>
            </a:r>
            <a:r>
              <a:rPr lang="en-US" b="1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 exist for chosen method(s) and sequence</a:t>
            </a:r>
            <a:endParaRPr lang="en-US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8BA9FF0-EE4E-6E50-2BD9-8045FC9861E4}"/>
              </a:ext>
            </a:extLst>
          </p:cNvPr>
          <p:cNvCxnSpPr>
            <a:cxnSpLocks/>
            <a:stCxn id="39" idx="2"/>
            <a:endCxn id="58" idx="0"/>
          </p:cNvCxnSpPr>
          <p:nvPr/>
        </p:nvCxnSpPr>
        <p:spPr>
          <a:xfrm flipH="1">
            <a:off x="9974864" y="3969971"/>
            <a:ext cx="1" cy="2805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5DF08EFC-6CBC-CEA8-49E5-59CDF0592D79}"/>
              </a:ext>
            </a:extLst>
          </p:cNvPr>
          <p:cNvCxnSpPr>
            <a:cxnSpLocks/>
            <a:stCxn id="5" idx="3"/>
            <a:endCxn id="58" idx="1"/>
          </p:cNvCxnSpPr>
          <p:nvPr/>
        </p:nvCxnSpPr>
        <p:spPr>
          <a:xfrm>
            <a:off x="7792773" y="1009991"/>
            <a:ext cx="460841" cy="3603315"/>
          </a:xfrm>
          <a:prstGeom prst="bentConnector3">
            <a:avLst>
              <a:gd name="adj1" fmla="val 38464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9294FFA-43D7-0130-259E-8485307B9C54}"/>
              </a:ext>
            </a:extLst>
          </p:cNvPr>
          <p:cNvSpPr txBox="1"/>
          <p:nvPr/>
        </p:nvSpPr>
        <p:spPr>
          <a:xfrm>
            <a:off x="7131600" y="1778581"/>
            <a:ext cx="1322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input = 4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A295D83-D0EA-183B-5CF7-FE802C05DD7E}"/>
              </a:ext>
            </a:extLst>
          </p:cNvPr>
          <p:cNvCxnSpPr>
            <a:cxnSpLocks/>
            <a:stCxn id="58" idx="2"/>
            <a:endCxn id="53" idx="0"/>
          </p:cNvCxnSpPr>
          <p:nvPr/>
        </p:nvCxnSpPr>
        <p:spPr>
          <a:xfrm flipH="1">
            <a:off x="9974862" y="4976123"/>
            <a:ext cx="2" cy="3059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508D1E1-58B5-EE41-ED7A-146C03799447}"/>
              </a:ext>
            </a:extLst>
          </p:cNvPr>
          <p:cNvSpPr txBox="1"/>
          <p:nvPr/>
        </p:nvSpPr>
        <p:spPr>
          <a:xfrm>
            <a:off x="10017394" y="4979982"/>
            <a:ext cx="184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.</a:t>
            </a:r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exist</a:t>
            </a:r>
          </a:p>
        </p:txBody>
      </p:sp>
      <p:sp>
        <p:nvSpPr>
          <p:cNvPr id="80" name="Rectangle: Rounded Corners 79">
            <a:hlinkClick r:id="rId9" action="ppaction://hlinksldjump"/>
            <a:extLst>
              <a:ext uri="{FF2B5EF4-FFF2-40B4-BE49-F238E27FC236}">
                <a16:creationId xmlns:a16="http://schemas.microsoft.com/office/drawing/2014/main" id="{8161630F-E2F6-4071-D89B-FBFA7F017CD5}"/>
              </a:ext>
            </a:extLst>
          </p:cNvPr>
          <p:cNvSpPr/>
          <p:nvPr/>
        </p:nvSpPr>
        <p:spPr>
          <a:xfrm>
            <a:off x="3968509" y="5279835"/>
            <a:ext cx="3529310" cy="12201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all data to an Excel file: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tab for tabular report and one for results respectively per sequence search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120FE3F-8A4A-BD64-3818-E311AC8D3F5E}"/>
              </a:ext>
            </a:extLst>
          </p:cNvPr>
          <p:cNvCxnSpPr>
            <a:cxnSpLocks/>
            <a:stCxn id="53" idx="1"/>
            <a:endCxn id="80" idx="3"/>
          </p:cNvCxnSpPr>
          <p:nvPr/>
        </p:nvCxnSpPr>
        <p:spPr>
          <a:xfrm flipH="1" flipV="1">
            <a:off x="7497819" y="5889896"/>
            <a:ext cx="356193" cy="22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7A97226D-287E-2C99-18E0-EFFCD629561B}"/>
              </a:ext>
            </a:extLst>
          </p:cNvPr>
          <p:cNvCxnSpPr>
            <a:cxnSpLocks/>
            <a:stCxn id="58" idx="2"/>
            <a:endCxn id="80" idx="0"/>
          </p:cNvCxnSpPr>
          <p:nvPr/>
        </p:nvCxnSpPr>
        <p:spPr>
          <a:xfrm rot="5400000">
            <a:off x="7702158" y="3007129"/>
            <a:ext cx="303712" cy="4241700"/>
          </a:xfrm>
          <a:prstGeom prst="bentConnector3">
            <a:avLst>
              <a:gd name="adj1" fmla="val 25494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AE13587-1A4E-4902-A3E8-A45068845CBF}"/>
              </a:ext>
            </a:extLst>
          </p:cNvPr>
          <p:cNvSpPr txBox="1"/>
          <p:nvPr/>
        </p:nvSpPr>
        <p:spPr>
          <a:xfrm>
            <a:off x="6181072" y="4778518"/>
            <a:ext cx="184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.</a:t>
            </a:r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already exist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FE57F3-AEF2-597E-5F1D-76B72054E4F0}"/>
              </a:ext>
            </a:extLst>
          </p:cNvPr>
          <p:cNvSpPr txBox="1"/>
          <p:nvPr/>
        </p:nvSpPr>
        <p:spPr>
          <a:xfrm>
            <a:off x="778607" y="3382612"/>
            <a:ext cx="6323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overview</a:t>
            </a:r>
          </a:p>
        </p:txBody>
      </p:sp>
      <p:sp>
        <p:nvSpPr>
          <p:cNvPr id="2" name="Rectangle: Rounded Corners 1">
            <a:hlinkClick r:id="rId10" action="ppaction://hlinksldjump"/>
            <a:extLst>
              <a:ext uri="{FF2B5EF4-FFF2-40B4-BE49-F238E27FC236}">
                <a16:creationId xmlns:a16="http://schemas.microsoft.com/office/drawing/2014/main" id="{3F25989A-C188-D1D4-C936-18FB8CE56372}"/>
              </a:ext>
            </a:extLst>
          </p:cNvPr>
          <p:cNvSpPr/>
          <p:nvPr/>
        </p:nvSpPr>
        <p:spPr>
          <a:xfrm>
            <a:off x="818323" y="2301663"/>
            <a:ext cx="1770703" cy="9325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mode: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Headless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Visual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AEAE2E-1664-37EE-DC7D-802299BADE12}"/>
              </a:ext>
            </a:extLst>
          </p:cNvPr>
          <p:cNvCxnSpPr>
            <a:cxnSpLocks/>
            <a:stCxn id="2" idx="0"/>
            <a:endCxn id="4" idx="2"/>
          </p:cNvCxnSpPr>
          <p:nvPr/>
        </p:nvCxnSpPr>
        <p:spPr>
          <a:xfrm flipV="1">
            <a:off x="1703675" y="1917081"/>
            <a:ext cx="0" cy="38458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44895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40EB2-DDB1-3127-0070-EA9BFA386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071"/>
            <a:ext cx="10515600" cy="4825892"/>
          </a:xfrm>
        </p:spPr>
        <p:txBody>
          <a:bodyPr>
            <a:norm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script within an environment where PyMOL is installed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install packages: </a:t>
            </a:r>
          </a:p>
          <a:p>
            <a:pPr lvl="1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fetching sequences from UniProt and querying RCSB PDB</a:t>
            </a:r>
          </a:p>
          <a:p>
            <a:pPr lvl="1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outputting to Excel</a:t>
            </a:r>
          </a:p>
          <a:p>
            <a:pPr lvl="1"/>
            <a:r>
              <a:rPr lang="en-US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openpyxl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xlsxwriter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running </a:t>
            </a: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lvl="1"/>
            <a:r>
              <a:rPr lang="en-US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pairwise sequence alignments</a:t>
            </a:r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Paste into PyMOL terminal to install all in the right environment:</a:t>
            </a:r>
          </a:p>
          <a:p>
            <a:pPr lvl="1"/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requests pandas </a:t>
            </a:r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openpyxl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biopython</a:t>
            </a:r>
            <a:endParaRPr lang="en-US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4A6E27-AC61-652C-1741-D25D2C06C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04740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 to run the script</a:t>
            </a:r>
          </a:p>
        </p:txBody>
      </p:sp>
    </p:spTree>
    <p:extLst>
      <p:ext uri="{BB962C8B-B14F-4D97-AF65-F5344CB8AC3E}">
        <p14:creationId xmlns:p14="http://schemas.microsoft.com/office/powerpoint/2010/main" val="97837904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40FF-8F02-5FF3-8E51-3D6E64712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95570-3B34-4394-E654-A8F51E94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071"/>
            <a:ext cx="10515600" cy="4825892"/>
          </a:xfrm>
        </p:spPr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ITAM_HUMAN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ITAX_HUMAN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how the visualization will look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on my computer to run all 18 alpha subunits: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 output Excel file: 10 minutes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.pml file in PyMOL: 6 minutes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18E941-FA38-CD91-E0DA-3C7BCBA6D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04740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of script with</a:t>
            </a:r>
          </a:p>
        </p:txBody>
      </p:sp>
    </p:spTree>
    <p:extLst>
      <p:ext uri="{BB962C8B-B14F-4D97-AF65-F5344CB8AC3E}">
        <p14:creationId xmlns:p14="http://schemas.microsoft.com/office/powerpoint/2010/main" val="271478376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2E0E2-2862-573B-37B1-0944328E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995D-FFA2-C7B2-78D4-612676EC3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071"/>
            <a:ext cx="10515600" cy="482589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for one line interface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Integrin beta subunit hybrid </a:t>
            </a:r>
            <a:r>
              <a:rPr lang="en-US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domain alignments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align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UniProt entry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given identity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improvements: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comments to script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 code to smaller files instead of one large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testing that everything keeps working</a:t>
            </a:r>
          </a:p>
          <a:p>
            <a:pPr lvl="1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Pixi instead of Conda for faster/easier installation of packages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FC06BB-5B51-A657-1615-E2E954A74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04740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74264615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99DE-B558-1B4A-06C2-80BABD95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ardrop 13">
            <a:extLst>
              <a:ext uri="{FF2B5EF4-FFF2-40B4-BE49-F238E27FC236}">
                <a16:creationId xmlns:a16="http://schemas.microsoft.com/office/drawing/2014/main" id="{A1D8A9D6-E662-1930-2A39-DE7964559633}"/>
              </a:ext>
            </a:extLst>
          </p:cNvPr>
          <p:cNvSpPr/>
          <p:nvPr/>
        </p:nvSpPr>
        <p:spPr>
          <a:xfrm rot="13524926">
            <a:off x="3388415" y="48835"/>
            <a:ext cx="6761024" cy="6761024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0AEB5E1E-5DFD-347E-BACF-A9F1483CD5D8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57861-D7F8-71E1-6AEB-DB8A83E659CE}"/>
              </a:ext>
            </a:extLst>
          </p:cNvPr>
          <p:cNvSpPr txBox="1"/>
          <p:nvPr/>
        </p:nvSpPr>
        <p:spPr>
          <a:xfrm>
            <a:off x="3016995" y="3926221"/>
            <a:ext cx="131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terminal: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92EF8E-17FE-D7DB-E780-9750AD623374}"/>
              </a:ext>
            </a:extLst>
          </p:cNvPr>
          <p:cNvSpPr/>
          <p:nvPr/>
        </p:nvSpPr>
        <p:spPr>
          <a:xfrm>
            <a:off x="217584" y="2962722"/>
            <a:ext cx="1770703" cy="9325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mode: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Headless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Visual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91DE0-9839-B5FC-4F85-A70F4E361818}"/>
              </a:ext>
            </a:extLst>
          </p:cNvPr>
          <p:cNvSpPr txBox="1"/>
          <p:nvPr/>
        </p:nvSpPr>
        <p:spPr>
          <a:xfrm>
            <a:off x="2808645" y="2259179"/>
            <a:ext cx="7271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between: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Running PyMOL in the background (headless) and creating Excel output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Open PyMOL GUI at the end for visualization of alignments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(saves script)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393FEF-6423-9A98-1039-D580ACB13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633" y="4295553"/>
            <a:ext cx="5866054" cy="78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33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1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78AD-EE44-7403-DB89-6E6DAB76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ardrop 13">
            <a:extLst>
              <a:ext uri="{FF2B5EF4-FFF2-40B4-BE49-F238E27FC236}">
                <a16:creationId xmlns:a16="http://schemas.microsoft.com/office/drawing/2014/main" id="{21C038C1-9821-2B9F-05B2-F68AE2658A79}"/>
              </a:ext>
            </a:extLst>
          </p:cNvPr>
          <p:cNvSpPr/>
          <p:nvPr/>
        </p:nvSpPr>
        <p:spPr>
          <a:xfrm rot="13524926">
            <a:off x="4660874" y="82480"/>
            <a:ext cx="6693038" cy="6693038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7916EA-E471-9A31-4192-9BC9CFD5DEE1}"/>
              </a:ext>
            </a:extLst>
          </p:cNvPr>
          <p:cNvSpPr/>
          <p:nvPr/>
        </p:nvSpPr>
        <p:spPr>
          <a:xfrm>
            <a:off x="217585" y="2521910"/>
            <a:ext cx="3057240" cy="18141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input: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UniProt IDs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FASTA files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Raw sequences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Existing .csv files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Default 18 alpha subunits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8A958EA6-6ADA-5BC8-DBC5-07D48665D3B1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78FC0-8210-811E-6CFC-75C0C405E091}"/>
              </a:ext>
            </a:extLst>
          </p:cNvPr>
          <p:cNvSpPr txBox="1"/>
          <p:nvPr/>
        </p:nvSpPr>
        <p:spPr>
          <a:xfrm>
            <a:off x="5006042" y="1410009"/>
            <a:ext cx="59508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script is run in the terminal it prompts you to type 1-5 how you want to input target: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Type in one or more UniProt IDs separated by semicolon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Allows for loading a FASTA file in the folder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Allows for pasting amino acid sequence(s)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 Use previously made .csv from RCSB PDB tabular report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 Uses dictionary of UniProt IDs for all 18 alpha subunits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3ADCBF-19B8-DCCD-1676-0F3041EC4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10" y="3527491"/>
            <a:ext cx="5327354" cy="18141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4CF1C8-448C-DFDE-6C2D-571781154117}"/>
              </a:ext>
            </a:extLst>
          </p:cNvPr>
          <p:cNvSpPr txBox="1"/>
          <p:nvPr/>
        </p:nvSpPr>
        <p:spPr>
          <a:xfrm>
            <a:off x="4105818" y="3966758"/>
            <a:ext cx="131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terminal:</a:t>
            </a:r>
          </a:p>
        </p:txBody>
      </p:sp>
    </p:spTree>
    <p:extLst>
      <p:ext uri="{BB962C8B-B14F-4D97-AF65-F5344CB8AC3E}">
        <p14:creationId xmlns:p14="http://schemas.microsoft.com/office/powerpoint/2010/main" val="90259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9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CEF7-823D-E877-3AC4-3A267304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ardrop 10">
            <a:extLst>
              <a:ext uri="{FF2B5EF4-FFF2-40B4-BE49-F238E27FC236}">
                <a16:creationId xmlns:a16="http://schemas.microsoft.com/office/drawing/2014/main" id="{409CA545-42F3-F8C7-0A1D-14E0DD60D8F0}"/>
              </a:ext>
            </a:extLst>
          </p:cNvPr>
          <p:cNvSpPr/>
          <p:nvPr/>
        </p:nvSpPr>
        <p:spPr>
          <a:xfrm rot="13524926">
            <a:off x="5632050" y="308907"/>
            <a:ext cx="6252691" cy="6252691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A3C7ED-3544-32BC-8020-9635AF26651E}"/>
              </a:ext>
            </a:extLst>
          </p:cNvPr>
          <p:cNvSpPr/>
          <p:nvPr/>
        </p:nvSpPr>
        <p:spPr>
          <a:xfrm>
            <a:off x="220620" y="2663266"/>
            <a:ext cx="4116572" cy="15314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alignment method: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Propeller alignment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Angle alignment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Whole structure alignment</a:t>
            </a:r>
          </a:p>
          <a:p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Sequence-based homology alignment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6DD50DED-9BE1-44E7-F016-D86A02C50173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620C2-4BDD-057C-E06E-0B3E97AB16A3}"/>
              </a:ext>
            </a:extLst>
          </p:cNvPr>
          <p:cNvSpPr txBox="1"/>
          <p:nvPr/>
        </p:nvSpPr>
        <p:spPr>
          <a:xfrm>
            <a:off x="5971191" y="1317992"/>
            <a:ext cx="55661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be prompted to type 1-4 (or multiple separated by semicolon) which method(s) to run: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Alignment to beta-propeller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Measuring angle between thigh and calf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Whole structural alignment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 Uses sequence alignment to find the best alignment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Add “, redo” to recalculate existing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F58E9-150C-28E9-433E-67528957EBA4}"/>
              </a:ext>
            </a:extLst>
          </p:cNvPr>
          <p:cNvSpPr txBox="1"/>
          <p:nvPr/>
        </p:nvSpPr>
        <p:spPr>
          <a:xfrm>
            <a:off x="4896173" y="3508684"/>
            <a:ext cx="131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terminal: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F383F-5A42-F4BB-3A5E-40A1F946D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307" y="3508684"/>
            <a:ext cx="5248178" cy="164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9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6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C0995-A7DB-8B60-10CD-08BB1195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ardrop 8">
            <a:extLst>
              <a:ext uri="{FF2B5EF4-FFF2-40B4-BE49-F238E27FC236}">
                <a16:creationId xmlns:a16="http://schemas.microsoft.com/office/drawing/2014/main" id="{EA18BCC8-C6F7-C0A8-2693-6C6C1E50FFD5}"/>
              </a:ext>
            </a:extLst>
          </p:cNvPr>
          <p:cNvSpPr/>
          <p:nvPr/>
        </p:nvSpPr>
        <p:spPr>
          <a:xfrm rot="13524926">
            <a:off x="3695333" y="82481"/>
            <a:ext cx="6693038" cy="6693038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ED34A91E-512F-69FB-E3A5-E96F8723E898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C15FF8-F48B-2FF2-1C57-91CB58A5F611}"/>
              </a:ext>
            </a:extLst>
          </p:cNvPr>
          <p:cNvSpPr/>
          <p:nvPr/>
        </p:nvSpPr>
        <p:spPr>
          <a:xfrm>
            <a:off x="220619" y="3026892"/>
            <a:ext cx="2088665" cy="8042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Fetches sequence from UniProt</a:t>
            </a:r>
            <a:endParaRPr lang="en-US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D09A0-BDEB-3EDC-36B7-79C293675491}"/>
              </a:ext>
            </a:extLst>
          </p:cNvPr>
          <p:cNvSpPr txBox="1"/>
          <p:nvPr/>
        </p:nvSpPr>
        <p:spPr>
          <a:xfrm>
            <a:off x="4397947" y="1567288"/>
            <a:ext cx="5566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UniProt ID as input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FASTA sequence from UniProt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amino acid sequence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91636-BE25-FF04-A90A-B6A6AB87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10" y="3129169"/>
            <a:ext cx="6092166" cy="18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9C43-9103-70A2-22D6-A1EFC7A1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EA2D4B-E584-B1D2-8CA2-AE62A3FE9C4C}"/>
              </a:ext>
            </a:extLst>
          </p:cNvPr>
          <p:cNvSpPr/>
          <p:nvPr/>
        </p:nvSpPr>
        <p:spPr>
          <a:xfrm>
            <a:off x="220619" y="2921326"/>
            <a:ext cx="2875474" cy="10153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sequence to search RCSB PDB for PDB IDs with x% sequence identity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CC63F45F-0F83-F439-0649-56860E075EB8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F8A5CF5D-33F5-167D-43A3-A137C076AE84}"/>
              </a:ext>
            </a:extLst>
          </p:cNvPr>
          <p:cNvSpPr/>
          <p:nvPr/>
        </p:nvSpPr>
        <p:spPr>
          <a:xfrm rot="13524926">
            <a:off x="4482142" y="82480"/>
            <a:ext cx="6693038" cy="6693038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C8490-80FA-10AF-80AC-30065F30CBCB}"/>
              </a:ext>
            </a:extLst>
          </p:cNvPr>
          <p:cNvSpPr txBox="1"/>
          <p:nvPr/>
        </p:nvSpPr>
        <p:spPr>
          <a:xfrm>
            <a:off x="5427251" y="1068594"/>
            <a:ext cx="4802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amino acid sequence as input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RCSB PDB to return all PDB IDs with or above the given percent sequence identity </a:t>
            </a: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20245-B9C8-CDF7-B22B-3717F515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66" y="2369770"/>
            <a:ext cx="5478864" cy="293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AF07-204E-38ED-A89A-0F3D1531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AF9970-EF06-2183-99F8-129E31B76BB9}"/>
              </a:ext>
            </a:extLst>
          </p:cNvPr>
          <p:cNvSpPr/>
          <p:nvPr/>
        </p:nvSpPr>
        <p:spPr>
          <a:xfrm>
            <a:off x="220619" y="2808235"/>
            <a:ext cx="3684252" cy="12415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tabular report .csv file for each sequence search:</a:t>
            </a:r>
          </a:p>
          <a:p>
            <a:pPr algn="ctr"/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 ID, PubMed ID, Release date, EMDB map, PDB ID, Structure title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F5EED4CB-0178-2696-FFC6-7BB1AA4035AF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5D360131-C49B-08F5-F895-33E4324BE769}"/>
              </a:ext>
            </a:extLst>
          </p:cNvPr>
          <p:cNvSpPr/>
          <p:nvPr/>
        </p:nvSpPr>
        <p:spPr>
          <a:xfrm rot="13524926">
            <a:off x="5290920" y="82479"/>
            <a:ext cx="6693038" cy="6693038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79FD3-2DA3-7622-5C84-0CAF5609668D}"/>
              </a:ext>
            </a:extLst>
          </p:cNvPr>
          <p:cNvSpPr txBox="1"/>
          <p:nvPr/>
        </p:nvSpPr>
        <p:spPr>
          <a:xfrm>
            <a:off x="5716814" y="2413335"/>
            <a:ext cx="5841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list of PDB IDs and CSV filename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metadata (Entry ID, PubMed ID, release date, EMDB map, PDB ID and structure title) from RCSB PDB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CSV file with results from RCSB PDB like a tabular report</a:t>
            </a:r>
          </a:p>
          <a:p>
            <a:pPr marL="285750" indent="-285750">
              <a:buFontTx/>
              <a:buChar char="-"/>
            </a:pP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913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D2FA3-A366-3D2B-DE69-D3A680FE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D93A35-C200-5EAB-DEA4-20C53A69BE2C}"/>
              </a:ext>
            </a:extLst>
          </p:cNvPr>
          <p:cNvSpPr/>
          <p:nvPr/>
        </p:nvSpPr>
        <p:spPr>
          <a:xfrm>
            <a:off x="220619" y="3066181"/>
            <a:ext cx="3442499" cy="7256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if .</a:t>
            </a:r>
            <a:r>
              <a:rPr lang="en-US" b="1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 exist for chosen method(s) and sequence</a:t>
            </a:r>
            <a:endParaRPr lang="en-US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5B8FDB3E-B97B-F4F5-C949-2F800C28E1FB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A4D0038D-5237-52A6-F3C2-B047DB48CD14}"/>
              </a:ext>
            </a:extLst>
          </p:cNvPr>
          <p:cNvSpPr/>
          <p:nvPr/>
        </p:nvSpPr>
        <p:spPr>
          <a:xfrm rot="13524926">
            <a:off x="5049167" y="82479"/>
            <a:ext cx="6693038" cy="6693038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DD8BD-1C32-0FF5-E3F0-A74105ECD5D9}"/>
              </a:ext>
            </a:extLst>
          </p:cNvPr>
          <p:cNvSpPr txBox="1"/>
          <p:nvPr/>
        </p:nvSpPr>
        <p:spPr>
          <a:xfrm>
            <a:off x="5543080" y="2413335"/>
            <a:ext cx="5705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“redo” is used this will be skipped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JSON files exist for the given PyMOL commands and sequences before running the commands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given file exist: PyMOL command is skipped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given file doesn’t exist: run PyMOL command</a:t>
            </a:r>
          </a:p>
          <a:p>
            <a:pPr marL="285750" indent="-285750">
              <a:buFontTx/>
              <a:buChar char="-"/>
            </a:pP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321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BBDD-0FA5-8651-66A0-82997873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52F9A4-4D55-7F65-1E95-874C8F4EDCB1}"/>
              </a:ext>
            </a:extLst>
          </p:cNvPr>
          <p:cNvSpPr/>
          <p:nvPr/>
        </p:nvSpPr>
        <p:spPr>
          <a:xfrm>
            <a:off x="220619" y="2818938"/>
            <a:ext cx="4241700" cy="12201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PyMOL commands based on method(s) chosen and .</a:t>
            </a:r>
            <a:r>
              <a:rPr lang="en-US" b="1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existing:</a:t>
            </a:r>
            <a:endParaRPr lang="en-US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the commands in PyMOL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the data to .</a:t>
            </a:r>
            <a:r>
              <a:rPr lang="en-US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2BB7223E-F844-855B-80C8-AFDBC938D4FB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416C888B-6261-25F2-649A-E2AE7236E581}"/>
              </a:ext>
            </a:extLst>
          </p:cNvPr>
          <p:cNvSpPr/>
          <p:nvPr/>
        </p:nvSpPr>
        <p:spPr>
          <a:xfrm rot="13524926">
            <a:off x="5764813" y="325608"/>
            <a:ext cx="6206780" cy="6206780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DE3EA-5330-64D2-9DBC-5AF67332B4A4}"/>
              </a:ext>
            </a:extLst>
          </p:cNvPr>
          <p:cNvSpPr txBox="1"/>
          <p:nvPr/>
        </p:nvSpPr>
        <p:spPr>
          <a:xfrm>
            <a:off x="5678396" y="2046021"/>
            <a:ext cx="62063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CSV files as input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the chosen custom PyMOL command(s):</a:t>
            </a:r>
          </a:p>
          <a:p>
            <a:pPr marL="800100" lvl="1" indent="-342900"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using alpha subunit propeller </a:t>
            </a:r>
          </a:p>
          <a:p>
            <a:pPr marL="800100" lvl="1" indent="-342900"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alpha subunit thigh and calf-2 to measure angle</a:t>
            </a:r>
          </a:p>
          <a:p>
            <a:pPr marL="800100" lvl="1" indent="-342900"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whole structure</a:t>
            </a:r>
          </a:p>
          <a:p>
            <a:pPr marL="800100" lvl="1" indent="-342900">
              <a:buAutoNum type="arabicPeriod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pairwise sequence alignment to find best alignment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RMSD, number of atoms aligned and angle data to JSON files per input sequence, percent identity and command</a:t>
            </a:r>
          </a:p>
          <a:p>
            <a:pPr marL="742950" lvl="1" indent="-285750">
              <a:buFontTx/>
              <a:buChar char="-"/>
            </a:pP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857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B443-0C5F-90EE-1062-B2A050C3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44EA86-BDC7-0AA0-25BE-C67D795BD7E5}"/>
              </a:ext>
            </a:extLst>
          </p:cNvPr>
          <p:cNvSpPr/>
          <p:nvPr/>
        </p:nvSpPr>
        <p:spPr>
          <a:xfrm>
            <a:off x="220619" y="2818938"/>
            <a:ext cx="3529310" cy="12201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all data to an Excel file: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tab for tabular report and one for results respectively per sequence search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B1B91255-E712-8A53-1D5F-55F863A25FAE}"/>
              </a:ext>
            </a:extLst>
          </p:cNvPr>
          <p:cNvSpPr/>
          <p:nvPr/>
        </p:nvSpPr>
        <p:spPr>
          <a:xfrm flipH="1">
            <a:off x="23096" y="59329"/>
            <a:ext cx="395047" cy="240083"/>
          </a:xfrm>
          <a:prstGeom prst="rightArrow">
            <a:avLst>
              <a:gd name="adj1" fmla="val 50000"/>
              <a:gd name="adj2" fmla="val 6316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08687B44-79A8-E28A-C789-199B98BC7A27}"/>
              </a:ext>
            </a:extLst>
          </p:cNvPr>
          <p:cNvSpPr/>
          <p:nvPr/>
        </p:nvSpPr>
        <p:spPr>
          <a:xfrm rot="13524926">
            <a:off x="5135978" y="82478"/>
            <a:ext cx="6693038" cy="6693038"/>
          </a:xfrm>
          <a:prstGeom prst="teardrop">
            <a:avLst>
              <a:gd name="adj" fmla="val 9972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889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8285D-C0D9-39C3-039D-AA904FE3F57F}"/>
              </a:ext>
            </a:extLst>
          </p:cNvPr>
          <p:cNvSpPr txBox="1"/>
          <p:nvPr/>
        </p:nvSpPr>
        <p:spPr>
          <a:xfrm>
            <a:off x="5738695" y="2551834"/>
            <a:ext cx="54876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dictionary of the input sequence(s)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relevant CSV and JSON files</a:t>
            </a:r>
          </a:p>
          <a:p>
            <a:pPr marL="285750" indent="-285750">
              <a:buFontTx/>
              <a:buChar char="-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Excel document with two tabs for each input sequence: tabular report metadata and results</a:t>
            </a:r>
          </a:p>
          <a:p>
            <a:pPr lvl="1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527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4765</TotalTime>
  <Words>1098</Words>
  <Application>Microsoft Office PowerPoint</Application>
  <PresentationFormat>Widescreen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Times New Roman</vt:lpstr>
      <vt:lpstr>Office Theme</vt:lpstr>
      <vt:lpstr>Script for: Automated pipeline for conformational analysis and structural alignments</vt:lpstr>
      <vt:lpstr>PowerPoint Presentation</vt:lpstr>
      <vt:lpstr>PowerPoint Presentation</vt:lpstr>
      <vt:lpstr>Prerequisites to run the script</vt:lpstr>
      <vt:lpstr>Test of script with</vt:lpstr>
      <vt:lpstr>Future improvements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 for: Alignment of PDB ID structures with ≥ 85% sequence identity to search query</dc:title>
  <dc:creator>Martin Friis Sørensen</dc:creator>
  <cp:lastModifiedBy>Martin Friis Sørensen</cp:lastModifiedBy>
  <cp:revision>2</cp:revision>
  <dcterms:created xsi:type="dcterms:W3CDTF">2026-04-28T07:27:15Z</dcterms:created>
  <dcterms:modified xsi:type="dcterms:W3CDTF">2026-05-19T10:10:52Z</dcterms:modified>
</cp:coreProperties>
</file>